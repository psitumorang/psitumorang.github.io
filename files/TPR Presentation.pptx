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8" r:id="rId5"/>
  </p:sldMasterIdLst>
  <p:notesMasterIdLst>
    <p:notesMasterId r:id="rId15"/>
  </p:notesMasterIdLst>
  <p:handoutMasterIdLst>
    <p:handoutMasterId r:id="rId16"/>
  </p:handoutMasterIdLst>
  <p:sldIdLst>
    <p:sldId id="269" r:id="rId6"/>
    <p:sldId id="526" r:id="rId7"/>
    <p:sldId id="582" r:id="rId8"/>
    <p:sldId id="577" r:id="rId9"/>
    <p:sldId id="578" r:id="rId10"/>
    <p:sldId id="579" r:id="rId11"/>
    <p:sldId id="580" r:id="rId12"/>
    <p:sldId id="581" r:id="rId13"/>
    <p:sldId id="52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8A6927-1D6B-D648-4301-1653D73E9124}" name="Meyer, Dan (FMCSA)" initials="MD(" userId="S::dan.meyer@ad.dot.gov::28a7c9b7-a0f2-4d81-a51e-9fa41b562326" providerId="AD"/>
  <p188:author id="{DDBC8E56-2B30-4BDF-A10E-931C660B73A9}" name="Johnson-Moffet, Lilli (Volpe)" initials="J(" userId="S::l.johnson-moffet@ad.dot.gov::6754a6e4-4531-44a4-a0a5-008b4a3508ce" providerId="AD"/>
  <p188:author id="{352F93A2-5099-0A1A-A1A4-26AF2BC7DCDE}" name="Conroy, Kristina CTR (Volpe)" initials="CKC(" userId="S::Kristina.Conroy.CTR@ad.dot.gov::59247dc3-3f4e-4f2a-a339-c11e3cb6eadc" providerId="AD"/>
  <p188:author id="{CD68E4AE-F7A4-EA3B-EF87-ACE56E150B25}" name="Conroy, Kristina CTR (Volpe)" initials="C(" userId="S::kristina.conroy.ctr@ad.dot.gov::59247dc3-3f4e-4f2a-a339-c11e3cb6eadc" providerId="AD"/>
  <p188:author id="{4F067AC2-0CEC-16C8-0E64-8B8827FCE2F7}" name="Johnson-Moffet, Lilli CTR (Volpe)" initials="JMLC(" userId="S::L.Johnson-Moffet.CTR@ad.dot.gov::6754a6e4-4531-44a4-a0a5-008b4a3508ce" providerId="AD"/>
  <p188:author id="{30F9DDD1-EAA2-55A9-D7FC-6B5569CC1EF0}" name="Johnson-Moffet, Lilli (Volpe)" initials="LJ" userId="S::L.Johnson-Moffet@ad.dot.gov::6754a6e4-4531-44a4-a0a5-008b4a3508ce" providerId="AD"/>
  <p188:author id="{CA538CF7-B9E9-B36F-ECC4-7494281A8ADF}" name="Guarino, Jenny (FMCSA)" initials="GJ(" userId="S::jenny.guarino@ad.dot.gov::afcfadd4-4547-4942-826f-febc9c2e832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647"/>
    <a:srgbClr val="EB0000"/>
    <a:srgbClr val="DB0000"/>
    <a:srgbClr val="007FAD"/>
    <a:srgbClr val="005C99"/>
    <a:srgbClr val="414244"/>
    <a:srgbClr val="0070BD"/>
    <a:srgbClr val="0071BC"/>
    <a:srgbClr val="EEB111"/>
    <a:srgbClr val="CCC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6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1303C0-2504-5A48-9703-2162AA052A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73087-9CBE-C24C-901D-36586F81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9BED8-86EC-3C4D-B8E4-7F50E5F44F9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9616E-D9C7-5F4E-A394-72B4524D00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F57F0-6EC4-6F49-AE46-06284558DA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35A4B-207B-F34E-91F2-6377A0B2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39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600C0-C7AF-9145-9EB7-6A71D282FB0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A19A1-701E-9447-83D6-E655EF80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48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19A1-701E-9447-83D6-E655EF8079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87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19A1-701E-9447-83D6-E655EF8079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82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6431-CC7A-543D-2824-9B64D51CA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37DF3-DB4F-5723-3BBD-112D2482F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58F32-3F61-FE09-1747-12A132B29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603F3-71CA-9FDA-A028-BC872EB75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19A1-701E-9447-83D6-E655EF8079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9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BA4A7-C01C-F29E-06B9-14968DF21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09725-8350-E674-ADC7-E0B7FA255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C1A62-60A7-90D7-5306-DDC98CE73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283C6-726F-D5BA-FD40-D831B0E41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19A1-701E-9447-83D6-E655EF8079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06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2154D-3A40-96FA-96DA-C0DBB734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19F8A-7F1D-6CEF-040C-2E8C85011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26D64-8913-0962-72FA-42D2636F7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C3F85-0EF7-CEB4-B32F-65D4D5A18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19A1-701E-9447-83D6-E655EF8079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99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1689-618B-B632-04D9-CAB92093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AAFAF-DA47-62CE-1364-E9A34D7D8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2F2EE-71E2-4D76-09A1-F4C552535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84F74-3B8C-7203-2AD5-B8AC7F2DF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19A1-701E-9447-83D6-E655EF8079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12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27A52-86C3-1536-D90A-BCC5D218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DD1E6-B702-2765-E81E-3C6069FA9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C196F-08B1-D55C-60E5-906D26D59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Jenny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8261-31AA-6A01-D645-AD5654974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19A1-701E-9447-83D6-E655EF8079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61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64749-B13F-7825-DD86-9F528915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72CD8-39F1-4447-4099-D94220C58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71450-3BA5-3CB2-024F-FC04CB667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D7647-AFD7-B4B9-E4D1-1E0A793D6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19A1-701E-9447-83D6-E655EF8079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14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19A1-701E-9447-83D6-E655EF8079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13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C6FB6C-88D7-864C-AE37-CEBA0BEA0579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38438-2038-FF43-8270-6F0682C6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5" y="459265"/>
            <a:ext cx="7951306" cy="639079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47426-34F1-6C44-A2B8-2ADB550013BB}"/>
              </a:ext>
            </a:extLst>
          </p:cNvPr>
          <p:cNvSpPr/>
          <p:nvPr userDrawn="1"/>
        </p:nvSpPr>
        <p:spPr>
          <a:xfrm>
            <a:off x="9294349" y="4342133"/>
            <a:ext cx="2452172" cy="205660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09AEF6-CCC6-B04A-AB3D-687D141D6557}"/>
              </a:ext>
            </a:extLst>
          </p:cNvPr>
          <p:cNvSpPr/>
          <p:nvPr userDrawn="1"/>
        </p:nvSpPr>
        <p:spPr>
          <a:xfrm>
            <a:off x="4347509" y="1923380"/>
            <a:ext cx="2104087" cy="5665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6747A3-D9BF-BE41-A6F3-0B4C98C37CA3}"/>
              </a:ext>
            </a:extLst>
          </p:cNvPr>
          <p:cNvSpPr/>
          <p:nvPr userDrawn="1"/>
        </p:nvSpPr>
        <p:spPr>
          <a:xfrm>
            <a:off x="10430111" y="1923380"/>
            <a:ext cx="1316410" cy="2280897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E20306-C0BA-E443-955B-BB9B17B8D8C8}"/>
              </a:ext>
            </a:extLst>
          </p:cNvPr>
          <p:cNvSpPr/>
          <p:nvPr userDrawn="1"/>
        </p:nvSpPr>
        <p:spPr>
          <a:xfrm>
            <a:off x="7843414" y="4342133"/>
            <a:ext cx="1316410" cy="2056602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12743-372D-A148-B43A-A7F9E1D7C877}"/>
              </a:ext>
            </a:extLst>
          </p:cNvPr>
          <p:cNvSpPr/>
          <p:nvPr userDrawn="1"/>
        </p:nvSpPr>
        <p:spPr>
          <a:xfrm>
            <a:off x="503518" y="6029402"/>
            <a:ext cx="2263653" cy="3693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F560C-E31C-3443-8B90-36738B0BA6C2}"/>
              </a:ext>
            </a:extLst>
          </p:cNvPr>
          <p:cNvSpPr/>
          <p:nvPr userDrawn="1"/>
        </p:nvSpPr>
        <p:spPr>
          <a:xfrm>
            <a:off x="503518" y="4342132"/>
            <a:ext cx="2263653" cy="1555989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EC213E-C19C-8F47-88F1-6CF223E33B59}"/>
              </a:ext>
            </a:extLst>
          </p:cNvPr>
          <p:cNvSpPr/>
          <p:nvPr userDrawn="1"/>
        </p:nvSpPr>
        <p:spPr>
          <a:xfrm>
            <a:off x="4347509" y="2627788"/>
            <a:ext cx="2104087" cy="1576485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4624FC3-24CC-2F4C-8C81-F057B4FA44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9337" y="486963"/>
            <a:ext cx="2458301" cy="6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8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C6FB6C-88D7-864C-AE37-CEBA0BEA0579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B05AF72-2623-FD46-B079-6576912A3F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238" y="1923696"/>
            <a:ext cx="3709987" cy="2281238"/>
          </a:xfrm>
          <a:solidFill>
            <a:schemeClr val="bg1">
              <a:alpha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3274518-1C46-0E40-82ED-079802A2D9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5604" y="1923696"/>
            <a:ext cx="3709987" cy="2281238"/>
          </a:xfrm>
          <a:solidFill>
            <a:schemeClr val="bg1">
              <a:alpha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48F0348D-0198-2446-B87F-B8C389E09E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08300" y="4342134"/>
            <a:ext cx="4800600" cy="2056601"/>
          </a:xfrm>
          <a:solidFill>
            <a:schemeClr val="bg1">
              <a:alpha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38438-2038-FF43-8270-6F0682C6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5" y="459265"/>
            <a:ext cx="7951306" cy="639079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47426-34F1-6C44-A2B8-2ADB550013BB}"/>
              </a:ext>
            </a:extLst>
          </p:cNvPr>
          <p:cNvSpPr/>
          <p:nvPr userDrawn="1"/>
        </p:nvSpPr>
        <p:spPr>
          <a:xfrm>
            <a:off x="9294349" y="4342133"/>
            <a:ext cx="2452172" cy="205660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09AEF6-CCC6-B04A-AB3D-687D141D6557}"/>
              </a:ext>
            </a:extLst>
          </p:cNvPr>
          <p:cNvSpPr/>
          <p:nvPr userDrawn="1"/>
        </p:nvSpPr>
        <p:spPr>
          <a:xfrm>
            <a:off x="4347509" y="1923380"/>
            <a:ext cx="2104087" cy="5665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6747A3-D9BF-BE41-A6F3-0B4C98C37CA3}"/>
              </a:ext>
            </a:extLst>
          </p:cNvPr>
          <p:cNvSpPr/>
          <p:nvPr userDrawn="1"/>
        </p:nvSpPr>
        <p:spPr>
          <a:xfrm>
            <a:off x="10430111" y="1923380"/>
            <a:ext cx="1316410" cy="2280897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E20306-C0BA-E443-955B-BB9B17B8D8C8}"/>
              </a:ext>
            </a:extLst>
          </p:cNvPr>
          <p:cNvSpPr/>
          <p:nvPr userDrawn="1"/>
        </p:nvSpPr>
        <p:spPr>
          <a:xfrm>
            <a:off x="7843414" y="4342133"/>
            <a:ext cx="1316410" cy="2056602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12743-372D-A148-B43A-A7F9E1D7C877}"/>
              </a:ext>
            </a:extLst>
          </p:cNvPr>
          <p:cNvSpPr/>
          <p:nvPr userDrawn="1"/>
        </p:nvSpPr>
        <p:spPr>
          <a:xfrm>
            <a:off x="503518" y="6029402"/>
            <a:ext cx="2263653" cy="3693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F560C-E31C-3443-8B90-36738B0BA6C2}"/>
              </a:ext>
            </a:extLst>
          </p:cNvPr>
          <p:cNvSpPr/>
          <p:nvPr userDrawn="1"/>
        </p:nvSpPr>
        <p:spPr>
          <a:xfrm>
            <a:off x="503518" y="4342132"/>
            <a:ext cx="2263653" cy="1555989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EC213E-C19C-8F47-88F1-6CF223E33B59}"/>
              </a:ext>
            </a:extLst>
          </p:cNvPr>
          <p:cNvSpPr/>
          <p:nvPr userDrawn="1"/>
        </p:nvSpPr>
        <p:spPr>
          <a:xfrm>
            <a:off x="4347509" y="2627788"/>
            <a:ext cx="2104087" cy="1576485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0FF618C-3831-1843-B30D-42439E7483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9337" y="486963"/>
            <a:ext cx="2458301" cy="6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C6FB6C-88D7-864C-AE37-CEBA0BEA0579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E557C6-8DD7-2C4F-854D-1760DF9A01B5}"/>
              </a:ext>
            </a:extLst>
          </p:cNvPr>
          <p:cNvSpPr/>
          <p:nvPr userDrawn="1"/>
        </p:nvSpPr>
        <p:spPr>
          <a:xfrm>
            <a:off x="503518" y="6028609"/>
            <a:ext cx="9864870" cy="3693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E71DB8-632E-7646-B73E-616A180F179C}"/>
              </a:ext>
            </a:extLst>
          </p:cNvPr>
          <p:cNvSpPr/>
          <p:nvPr userDrawn="1"/>
        </p:nvSpPr>
        <p:spPr>
          <a:xfrm>
            <a:off x="7076695" y="3676495"/>
            <a:ext cx="1231651" cy="2205633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A9EAAA-8233-3D41-844C-26AF4049C66F}"/>
              </a:ext>
            </a:extLst>
          </p:cNvPr>
          <p:cNvSpPr/>
          <p:nvPr userDrawn="1"/>
        </p:nvSpPr>
        <p:spPr>
          <a:xfrm>
            <a:off x="10514869" y="6028609"/>
            <a:ext cx="1231651" cy="369333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710E4C-83C5-D544-B232-2670414BB221}"/>
              </a:ext>
            </a:extLst>
          </p:cNvPr>
          <p:cNvSpPr/>
          <p:nvPr userDrawn="1"/>
        </p:nvSpPr>
        <p:spPr>
          <a:xfrm>
            <a:off x="10514869" y="1922242"/>
            <a:ext cx="1231651" cy="1607771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74609032-199C-CB46-9309-EB91E16A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5" y="459265"/>
            <a:ext cx="7951306" cy="639079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357B030-D50B-324B-AC3F-6BB35765A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9337" y="486963"/>
            <a:ext cx="2458301" cy="6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1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C6FB6C-88D7-864C-AE37-CEBA0BEA0579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4AF01-5609-054F-86C2-1AF5C6DE62F5}"/>
              </a:ext>
            </a:extLst>
          </p:cNvPr>
          <p:cNvSpPr/>
          <p:nvPr userDrawn="1"/>
        </p:nvSpPr>
        <p:spPr>
          <a:xfrm>
            <a:off x="9294349" y="4341340"/>
            <a:ext cx="2452172" cy="2056602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D69B96-3D96-1C43-BEE0-B647C011E198}"/>
              </a:ext>
            </a:extLst>
          </p:cNvPr>
          <p:cNvSpPr/>
          <p:nvPr userDrawn="1"/>
        </p:nvSpPr>
        <p:spPr>
          <a:xfrm>
            <a:off x="4347509" y="1922587"/>
            <a:ext cx="2104087" cy="566553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6546AC-1FCA-9E49-BE6A-807D789E431E}"/>
              </a:ext>
            </a:extLst>
          </p:cNvPr>
          <p:cNvSpPr/>
          <p:nvPr userDrawn="1"/>
        </p:nvSpPr>
        <p:spPr>
          <a:xfrm>
            <a:off x="10430111" y="1922587"/>
            <a:ext cx="1316410" cy="22808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094401-3E16-B340-ABDF-242EB23F300F}"/>
              </a:ext>
            </a:extLst>
          </p:cNvPr>
          <p:cNvSpPr/>
          <p:nvPr userDrawn="1"/>
        </p:nvSpPr>
        <p:spPr>
          <a:xfrm>
            <a:off x="7843414" y="4341340"/>
            <a:ext cx="1316410" cy="2056602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11218E-FE14-AF4D-B85C-678957A1A1C9}"/>
              </a:ext>
            </a:extLst>
          </p:cNvPr>
          <p:cNvSpPr/>
          <p:nvPr userDrawn="1"/>
        </p:nvSpPr>
        <p:spPr>
          <a:xfrm>
            <a:off x="503518" y="6028609"/>
            <a:ext cx="2257060" cy="369333"/>
          </a:xfrm>
          <a:prstGeom prst="rect">
            <a:avLst/>
          </a:prstGeom>
          <a:solidFill>
            <a:srgbClr val="CC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935A54-E555-FA4E-9A86-CFF14BC8C322}"/>
              </a:ext>
            </a:extLst>
          </p:cNvPr>
          <p:cNvSpPr/>
          <p:nvPr userDrawn="1"/>
        </p:nvSpPr>
        <p:spPr>
          <a:xfrm>
            <a:off x="503518" y="4341339"/>
            <a:ext cx="2257060" cy="1555989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88394D-02A8-CA4F-A74F-3E0484A7F85D}"/>
              </a:ext>
            </a:extLst>
          </p:cNvPr>
          <p:cNvSpPr/>
          <p:nvPr userDrawn="1"/>
        </p:nvSpPr>
        <p:spPr>
          <a:xfrm>
            <a:off x="4347509" y="2626995"/>
            <a:ext cx="2104087" cy="1576485"/>
          </a:xfrm>
          <a:prstGeom prst="rect">
            <a:avLst/>
          </a:prstGeom>
          <a:solidFill>
            <a:srgbClr val="CC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9A80B0-F98D-464B-A4EB-DAAC9960003F}"/>
              </a:ext>
            </a:extLst>
          </p:cNvPr>
          <p:cNvSpPr/>
          <p:nvPr userDrawn="1"/>
        </p:nvSpPr>
        <p:spPr>
          <a:xfrm>
            <a:off x="503518" y="1922587"/>
            <a:ext cx="3709667" cy="2280893"/>
          </a:xfrm>
          <a:prstGeom prst="rect">
            <a:avLst/>
          </a:prstGeom>
          <a:solidFill>
            <a:srgbClr val="00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62471D-512A-5D4E-AD63-EB9344E14C85}"/>
              </a:ext>
            </a:extLst>
          </p:cNvPr>
          <p:cNvSpPr/>
          <p:nvPr userDrawn="1"/>
        </p:nvSpPr>
        <p:spPr>
          <a:xfrm>
            <a:off x="2895103" y="4341340"/>
            <a:ext cx="4813786" cy="205660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54656B-682A-AA4B-8564-1F1E1F470137}"/>
              </a:ext>
            </a:extLst>
          </p:cNvPr>
          <p:cNvSpPr/>
          <p:nvPr userDrawn="1"/>
        </p:nvSpPr>
        <p:spPr>
          <a:xfrm>
            <a:off x="6585920" y="1922587"/>
            <a:ext cx="3709666" cy="2280897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53F1C271-55F1-3343-9489-2B466A4B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5" y="459265"/>
            <a:ext cx="7951306" cy="639079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96CB739-4F2E-EB40-9AB4-A2B68802E8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9337" y="486963"/>
            <a:ext cx="2458301" cy="6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1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606BE4F-DDDA-1741-B14E-CA96327C60F4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D2E27F-B556-7A4D-958E-669FF0493E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028" y="6027714"/>
            <a:ext cx="2001610" cy="5528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B2FE139-1C95-6D4E-8696-4D8DE804C3F2}"/>
              </a:ext>
            </a:extLst>
          </p:cNvPr>
          <p:cNvSpPr/>
          <p:nvPr userDrawn="1"/>
        </p:nvSpPr>
        <p:spPr>
          <a:xfrm>
            <a:off x="460252" y="2020193"/>
            <a:ext cx="783613" cy="1881102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BC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61583C-FC04-CB40-913A-23D0EA118801}"/>
              </a:ext>
            </a:extLst>
          </p:cNvPr>
          <p:cNvSpPr/>
          <p:nvPr userDrawn="1"/>
        </p:nvSpPr>
        <p:spPr>
          <a:xfrm>
            <a:off x="460252" y="4058017"/>
            <a:ext cx="783613" cy="783614"/>
          </a:xfrm>
          <a:prstGeom prst="rect">
            <a:avLst/>
          </a:prstGeom>
          <a:solidFill>
            <a:srgbClr val="F1B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EB11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EEFDCE-03DF-9D47-91A2-96A3C7D88B1D}"/>
              </a:ext>
            </a:extLst>
          </p:cNvPr>
          <p:cNvSpPr/>
          <p:nvPr userDrawn="1"/>
        </p:nvSpPr>
        <p:spPr>
          <a:xfrm>
            <a:off x="10948135" y="2016369"/>
            <a:ext cx="783613" cy="2825262"/>
          </a:xfrm>
          <a:prstGeom prst="rect">
            <a:avLst/>
          </a:prstGeom>
          <a:solidFill>
            <a:srgbClr val="F1B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EB11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A14A91-FDF6-2943-B386-776E1C90F29F}"/>
              </a:ext>
            </a:extLst>
          </p:cNvPr>
          <p:cNvSpPr/>
          <p:nvPr userDrawn="1"/>
        </p:nvSpPr>
        <p:spPr>
          <a:xfrm>
            <a:off x="1389326" y="2016369"/>
            <a:ext cx="9400811" cy="2825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3E7E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04CE1-43CF-204D-9093-587FFF6E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863" y="2352807"/>
            <a:ext cx="9388274" cy="2055399"/>
          </a:xfrm>
        </p:spPr>
        <p:txBody>
          <a:bodyPr anchor="ctr" anchorCtr="0">
            <a:normAutofit/>
          </a:bodyPr>
          <a:lstStyle>
            <a:lvl1pPr algn="ctr">
              <a:defRPr sz="4400">
                <a:solidFill>
                  <a:srgbClr val="00164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213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E3D3-71A2-5A4F-8165-057F8919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27000"/>
            <a:ext cx="11277600" cy="916609"/>
          </a:xfrm>
        </p:spPr>
        <p:txBody>
          <a:bodyPr lIns="0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894F-9A26-4745-9C9F-A876D4CAC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3443"/>
            <a:ext cx="11277600" cy="4938088"/>
          </a:xfrm>
        </p:spPr>
        <p:txBody>
          <a:bodyPr/>
          <a:lstStyle>
            <a:lvl2pPr>
              <a:buClr>
                <a:srgbClr val="EEB111"/>
              </a:buClr>
              <a:defRPr/>
            </a:lvl2pPr>
            <a:lvl3pPr>
              <a:buClr>
                <a:srgbClr val="001647"/>
              </a:buClr>
              <a:defRPr/>
            </a:lvl3pPr>
            <a:lvl4pPr>
              <a:buClr>
                <a:srgbClr val="EEB111"/>
              </a:buClr>
              <a:defRPr/>
            </a:lvl4pPr>
            <a:lvl5pPr>
              <a:buClr>
                <a:srgbClr val="001647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111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C1E76A-21C1-8046-95B1-19A747590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75338"/>
            <a:ext cx="11277598" cy="4302370"/>
          </a:xfrm>
          <a:prstGeom prst="roundRect">
            <a:avLst>
              <a:gd name="adj" fmla="val 11069"/>
            </a:avLst>
          </a:prstGeom>
          <a:solidFill>
            <a:srgbClr val="CCC2BD">
              <a:alpha val="30000"/>
            </a:srgbClr>
          </a:solidFill>
        </p:spPr>
        <p:txBody>
          <a:bodyPr lIns="91440" tIns="91440" rIns="91440" bIns="91440"/>
          <a:lstStyle>
            <a:lvl1pPr marL="171450" indent="-171450">
              <a:buClr>
                <a:srgbClr val="15396C"/>
              </a:buClr>
              <a:tabLst/>
              <a:defRPr sz="2000"/>
            </a:lvl1pPr>
            <a:lvl2pPr marL="403225" indent="-173038">
              <a:buClr>
                <a:srgbClr val="F1B01F"/>
              </a:buClr>
              <a:buFont typeface="Arial" charset="0"/>
              <a:buChar char="•"/>
              <a:tabLst/>
              <a:defRPr sz="2000"/>
            </a:lvl2pPr>
            <a:lvl3pPr marL="635000" indent="-176213">
              <a:buClr>
                <a:srgbClr val="15396C"/>
              </a:buClr>
              <a:tabLst/>
              <a:defRPr sz="2000"/>
            </a:lvl3pPr>
            <a:lvl4pPr marL="858838" indent="-171450">
              <a:buClr>
                <a:srgbClr val="F1B01F"/>
              </a:buClr>
              <a:buFont typeface="Arial" charset="0"/>
              <a:buChar char="•"/>
              <a:tabLst/>
              <a:defRPr sz="2000"/>
            </a:lvl4pPr>
            <a:lvl5pPr marL="1090613" indent="-173038">
              <a:buClr>
                <a:srgbClr val="15396C"/>
              </a:buClr>
              <a:buFont typeface="Arial" charset="0"/>
              <a:buChar char="•"/>
              <a:tabLst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7FA3D55-2508-1044-808E-332D169BD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450" y="1515774"/>
            <a:ext cx="11277600" cy="399930"/>
          </a:xfrm>
        </p:spPr>
        <p:txBody>
          <a:bodyPr/>
          <a:lstStyle>
            <a:lvl1pPr marL="0" indent="0" algn="r">
              <a:buNone/>
              <a:defRPr sz="2000" i="1"/>
            </a:lvl1pPr>
            <a:lvl2pPr marL="230187" indent="0" algn="r">
              <a:buNone/>
              <a:defRPr sz="2000" i="1"/>
            </a:lvl2pPr>
            <a:lvl3pPr marL="458787" indent="0" algn="r">
              <a:buNone/>
              <a:defRPr sz="2000" i="1"/>
            </a:lvl3pPr>
            <a:lvl4pPr marL="687388" indent="0" algn="r">
              <a:buNone/>
              <a:defRPr sz="2000" i="1"/>
            </a:lvl4pPr>
            <a:lvl5pPr marL="919163" indent="0" algn="r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8E3D3-71A2-5A4F-8165-057F8919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27000"/>
            <a:ext cx="11277600" cy="916609"/>
          </a:xfrm>
        </p:spPr>
        <p:txBody>
          <a:bodyPr lIns="0" anchor="b" anchorCtr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58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3467E3-CFC5-0E43-9BB1-2425FADC651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3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C6FB6C-88D7-864C-AE37-CEBA0BEA0579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38438-2038-FF43-8270-6F0682C6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5" y="459265"/>
            <a:ext cx="7951306" cy="639079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47426-34F1-6C44-A2B8-2ADB550013BB}"/>
              </a:ext>
            </a:extLst>
          </p:cNvPr>
          <p:cNvSpPr/>
          <p:nvPr userDrawn="1"/>
        </p:nvSpPr>
        <p:spPr>
          <a:xfrm>
            <a:off x="9294349" y="4342133"/>
            <a:ext cx="2452172" cy="205660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09AEF6-CCC6-B04A-AB3D-687D141D6557}"/>
              </a:ext>
            </a:extLst>
          </p:cNvPr>
          <p:cNvSpPr/>
          <p:nvPr userDrawn="1"/>
        </p:nvSpPr>
        <p:spPr>
          <a:xfrm>
            <a:off x="4347509" y="1923380"/>
            <a:ext cx="2104087" cy="5665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6747A3-D9BF-BE41-A6F3-0B4C98C37CA3}"/>
              </a:ext>
            </a:extLst>
          </p:cNvPr>
          <p:cNvSpPr/>
          <p:nvPr userDrawn="1"/>
        </p:nvSpPr>
        <p:spPr>
          <a:xfrm>
            <a:off x="10430111" y="1923380"/>
            <a:ext cx="1316410" cy="2280897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E20306-C0BA-E443-955B-BB9B17B8D8C8}"/>
              </a:ext>
            </a:extLst>
          </p:cNvPr>
          <p:cNvSpPr/>
          <p:nvPr userDrawn="1"/>
        </p:nvSpPr>
        <p:spPr>
          <a:xfrm>
            <a:off x="7843414" y="4342133"/>
            <a:ext cx="1316410" cy="2056602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12743-372D-A148-B43A-A7F9E1D7C877}"/>
              </a:ext>
            </a:extLst>
          </p:cNvPr>
          <p:cNvSpPr/>
          <p:nvPr userDrawn="1"/>
        </p:nvSpPr>
        <p:spPr>
          <a:xfrm>
            <a:off x="503518" y="6029402"/>
            <a:ext cx="2263653" cy="3693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F560C-E31C-3443-8B90-36738B0BA6C2}"/>
              </a:ext>
            </a:extLst>
          </p:cNvPr>
          <p:cNvSpPr/>
          <p:nvPr userDrawn="1"/>
        </p:nvSpPr>
        <p:spPr>
          <a:xfrm>
            <a:off x="503518" y="4342132"/>
            <a:ext cx="2263653" cy="1555989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EC213E-C19C-8F47-88F1-6CF223E33B59}"/>
              </a:ext>
            </a:extLst>
          </p:cNvPr>
          <p:cNvSpPr/>
          <p:nvPr userDrawn="1"/>
        </p:nvSpPr>
        <p:spPr>
          <a:xfrm>
            <a:off x="4347509" y="2627788"/>
            <a:ext cx="2104087" cy="1576485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4624FC3-24CC-2F4C-8C81-F057B4FA44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9337" y="486963"/>
            <a:ext cx="2458301" cy="6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4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C6FB6C-88D7-864C-AE37-CEBA0BEA0579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B05AF72-2623-FD46-B079-6576912A3F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238" y="1923696"/>
            <a:ext cx="3709987" cy="2281238"/>
          </a:xfrm>
          <a:solidFill>
            <a:schemeClr val="bg1">
              <a:alpha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3274518-1C46-0E40-82ED-079802A2D9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5604" y="1923696"/>
            <a:ext cx="3709987" cy="2281238"/>
          </a:xfrm>
          <a:solidFill>
            <a:schemeClr val="bg1">
              <a:alpha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48F0348D-0198-2446-B87F-B8C389E09E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08300" y="4342134"/>
            <a:ext cx="4800600" cy="2056601"/>
          </a:xfrm>
          <a:solidFill>
            <a:schemeClr val="bg1">
              <a:alpha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38438-2038-FF43-8270-6F0682C6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5" y="459265"/>
            <a:ext cx="7951306" cy="639079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47426-34F1-6C44-A2B8-2ADB550013BB}"/>
              </a:ext>
            </a:extLst>
          </p:cNvPr>
          <p:cNvSpPr/>
          <p:nvPr userDrawn="1"/>
        </p:nvSpPr>
        <p:spPr>
          <a:xfrm>
            <a:off x="9294349" y="4342133"/>
            <a:ext cx="2452172" cy="205660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09AEF6-CCC6-B04A-AB3D-687D141D6557}"/>
              </a:ext>
            </a:extLst>
          </p:cNvPr>
          <p:cNvSpPr/>
          <p:nvPr userDrawn="1"/>
        </p:nvSpPr>
        <p:spPr>
          <a:xfrm>
            <a:off x="4347509" y="1923380"/>
            <a:ext cx="2104087" cy="5665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6747A3-D9BF-BE41-A6F3-0B4C98C37CA3}"/>
              </a:ext>
            </a:extLst>
          </p:cNvPr>
          <p:cNvSpPr/>
          <p:nvPr userDrawn="1"/>
        </p:nvSpPr>
        <p:spPr>
          <a:xfrm>
            <a:off x="10430111" y="1923380"/>
            <a:ext cx="1316410" cy="2280897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E20306-C0BA-E443-955B-BB9B17B8D8C8}"/>
              </a:ext>
            </a:extLst>
          </p:cNvPr>
          <p:cNvSpPr/>
          <p:nvPr userDrawn="1"/>
        </p:nvSpPr>
        <p:spPr>
          <a:xfrm>
            <a:off x="7843414" y="4342133"/>
            <a:ext cx="1316410" cy="2056602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12743-372D-A148-B43A-A7F9E1D7C877}"/>
              </a:ext>
            </a:extLst>
          </p:cNvPr>
          <p:cNvSpPr/>
          <p:nvPr userDrawn="1"/>
        </p:nvSpPr>
        <p:spPr>
          <a:xfrm>
            <a:off x="503518" y="6029402"/>
            <a:ext cx="2263653" cy="3693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F560C-E31C-3443-8B90-36738B0BA6C2}"/>
              </a:ext>
            </a:extLst>
          </p:cNvPr>
          <p:cNvSpPr/>
          <p:nvPr userDrawn="1"/>
        </p:nvSpPr>
        <p:spPr>
          <a:xfrm>
            <a:off x="503518" y="4342132"/>
            <a:ext cx="2263653" cy="1555989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EC213E-C19C-8F47-88F1-6CF223E33B59}"/>
              </a:ext>
            </a:extLst>
          </p:cNvPr>
          <p:cNvSpPr/>
          <p:nvPr userDrawn="1"/>
        </p:nvSpPr>
        <p:spPr>
          <a:xfrm>
            <a:off x="4347509" y="2627788"/>
            <a:ext cx="2104087" cy="1576485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0FF618C-3831-1843-B30D-42439E7483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9337" y="486963"/>
            <a:ext cx="2458301" cy="6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C6FB6C-88D7-864C-AE37-CEBA0BEA0579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E557C6-8DD7-2C4F-854D-1760DF9A01B5}"/>
              </a:ext>
            </a:extLst>
          </p:cNvPr>
          <p:cNvSpPr/>
          <p:nvPr userDrawn="1"/>
        </p:nvSpPr>
        <p:spPr>
          <a:xfrm>
            <a:off x="503518" y="6028609"/>
            <a:ext cx="9864870" cy="3693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E71DB8-632E-7646-B73E-616A180F179C}"/>
              </a:ext>
            </a:extLst>
          </p:cNvPr>
          <p:cNvSpPr/>
          <p:nvPr userDrawn="1"/>
        </p:nvSpPr>
        <p:spPr>
          <a:xfrm>
            <a:off x="7076695" y="3676495"/>
            <a:ext cx="1231651" cy="2205633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A9EAAA-8233-3D41-844C-26AF4049C66F}"/>
              </a:ext>
            </a:extLst>
          </p:cNvPr>
          <p:cNvSpPr/>
          <p:nvPr userDrawn="1"/>
        </p:nvSpPr>
        <p:spPr>
          <a:xfrm>
            <a:off x="10514869" y="6028609"/>
            <a:ext cx="1231651" cy="369333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710E4C-83C5-D544-B232-2670414BB221}"/>
              </a:ext>
            </a:extLst>
          </p:cNvPr>
          <p:cNvSpPr/>
          <p:nvPr userDrawn="1"/>
        </p:nvSpPr>
        <p:spPr>
          <a:xfrm>
            <a:off x="10514869" y="1922242"/>
            <a:ext cx="1231651" cy="1607771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74609032-199C-CB46-9309-EB91E16A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5" y="459265"/>
            <a:ext cx="7951306" cy="639079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357B030-D50B-324B-AC3F-6BB35765A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9337" y="486963"/>
            <a:ext cx="2458301" cy="6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64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C6FB6C-88D7-864C-AE37-CEBA0BEA0579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4AF01-5609-054F-86C2-1AF5C6DE62F5}"/>
              </a:ext>
            </a:extLst>
          </p:cNvPr>
          <p:cNvSpPr/>
          <p:nvPr userDrawn="1"/>
        </p:nvSpPr>
        <p:spPr>
          <a:xfrm>
            <a:off x="9294349" y="4341340"/>
            <a:ext cx="2452172" cy="2056602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D69B96-3D96-1C43-BEE0-B647C011E198}"/>
              </a:ext>
            </a:extLst>
          </p:cNvPr>
          <p:cNvSpPr/>
          <p:nvPr userDrawn="1"/>
        </p:nvSpPr>
        <p:spPr>
          <a:xfrm>
            <a:off x="4347509" y="1922587"/>
            <a:ext cx="2104087" cy="566553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6546AC-1FCA-9E49-BE6A-807D789E431E}"/>
              </a:ext>
            </a:extLst>
          </p:cNvPr>
          <p:cNvSpPr/>
          <p:nvPr userDrawn="1"/>
        </p:nvSpPr>
        <p:spPr>
          <a:xfrm>
            <a:off x="10430111" y="1922587"/>
            <a:ext cx="1316410" cy="22808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094401-3E16-B340-ABDF-242EB23F300F}"/>
              </a:ext>
            </a:extLst>
          </p:cNvPr>
          <p:cNvSpPr/>
          <p:nvPr userDrawn="1"/>
        </p:nvSpPr>
        <p:spPr>
          <a:xfrm>
            <a:off x="7843414" y="4341340"/>
            <a:ext cx="1316410" cy="2056602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11218E-FE14-AF4D-B85C-678957A1A1C9}"/>
              </a:ext>
            </a:extLst>
          </p:cNvPr>
          <p:cNvSpPr/>
          <p:nvPr userDrawn="1"/>
        </p:nvSpPr>
        <p:spPr>
          <a:xfrm>
            <a:off x="503518" y="6028609"/>
            <a:ext cx="2257060" cy="369333"/>
          </a:xfrm>
          <a:prstGeom prst="rect">
            <a:avLst/>
          </a:prstGeom>
          <a:solidFill>
            <a:srgbClr val="CC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935A54-E555-FA4E-9A86-CFF14BC8C322}"/>
              </a:ext>
            </a:extLst>
          </p:cNvPr>
          <p:cNvSpPr/>
          <p:nvPr userDrawn="1"/>
        </p:nvSpPr>
        <p:spPr>
          <a:xfrm>
            <a:off x="503518" y="4341339"/>
            <a:ext cx="2257060" cy="1555989"/>
          </a:xfrm>
          <a:prstGeom prst="rect">
            <a:avLst/>
          </a:prstGeom>
          <a:solidFill>
            <a:srgbClr val="EEB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88394D-02A8-CA4F-A74F-3E0484A7F85D}"/>
              </a:ext>
            </a:extLst>
          </p:cNvPr>
          <p:cNvSpPr/>
          <p:nvPr userDrawn="1"/>
        </p:nvSpPr>
        <p:spPr>
          <a:xfrm>
            <a:off x="4347509" y="2626995"/>
            <a:ext cx="2104087" cy="1576485"/>
          </a:xfrm>
          <a:prstGeom prst="rect">
            <a:avLst/>
          </a:prstGeom>
          <a:solidFill>
            <a:srgbClr val="CCC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9A80B0-F98D-464B-A4EB-DAAC9960003F}"/>
              </a:ext>
            </a:extLst>
          </p:cNvPr>
          <p:cNvSpPr/>
          <p:nvPr userDrawn="1"/>
        </p:nvSpPr>
        <p:spPr>
          <a:xfrm>
            <a:off x="503518" y="1922587"/>
            <a:ext cx="3709667" cy="2280893"/>
          </a:xfrm>
          <a:prstGeom prst="rect">
            <a:avLst/>
          </a:prstGeom>
          <a:solidFill>
            <a:srgbClr val="00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62471D-512A-5D4E-AD63-EB9344E14C85}"/>
              </a:ext>
            </a:extLst>
          </p:cNvPr>
          <p:cNvSpPr/>
          <p:nvPr userDrawn="1"/>
        </p:nvSpPr>
        <p:spPr>
          <a:xfrm>
            <a:off x="2895103" y="4341340"/>
            <a:ext cx="4813786" cy="205660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54656B-682A-AA4B-8564-1F1E1F470137}"/>
              </a:ext>
            </a:extLst>
          </p:cNvPr>
          <p:cNvSpPr/>
          <p:nvPr userDrawn="1"/>
        </p:nvSpPr>
        <p:spPr>
          <a:xfrm>
            <a:off x="6585920" y="1922587"/>
            <a:ext cx="3709666" cy="2280897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53F1C271-55F1-3343-9489-2B466A4B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5" y="459265"/>
            <a:ext cx="7951306" cy="639079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96CB739-4F2E-EB40-9AB4-A2B68802E8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9337" y="486963"/>
            <a:ext cx="2458301" cy="6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2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606BE4F-DDDA-1741-B14E-CA96327C60F4}"/>
              </a:ext>
            </a:extLst>
          </p:cNvPr>
          <p:cNvSpPr/>
          <p:nvPr userDrawn="1"/>
        </p:nvSpPr>
        <p:spPr>
          <a:xfrm>
            <a:off x="0" y="0"/>
            <a:ext cx="12192000" cy="6858793"/>
          </a:xfrm>
          <a:prstGeom prst="rect">
            <a:avLst/>
          </a:prstGeom>
          <a:solidFill>
            <a:srgbClr val="001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D2E27F-B556-7A4D-958E-669FF0493E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028" y="6027714"/>
            <a:ext cx="2001610" cy="5528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B2FE139-1C95-6D4E-8696-4D8DE804C3F2}"/>
              </a:ext>
            </a:extLst>
          </p:cNvPr>
          <p:cNvSpPr/>
          <p:nvPr userDrawn="1"/>
        </p:nvSpPr>
        <p:spPr>
          <a:xfrm>
            <a:off x="460252" y="2020193"/>
            <a:ext cx="783613" cy="1881102"/>
          </a:xfrm>
          <a:prstGeom prst="rect">
            <a:avLst/>
          </a:prstGeom>
          <a:solidFill>
            <a:srgbClr val="007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BC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61583C-FC04-CB40-913A-23D0EA118801}"/>
              </a:ext>
            </a:extLst>
          </p:cNvPr>
          <p:cNvSpPr/>
          <p:nvPr userDrawn="1"/>
        </p:nvSpPr>
        <p:spPr>
          <a:xfrm>
            <a:off x="460252" y="4058017"/>
            <a:ext cx="783613" cy="783614"/>
          </a:xfrm>
          <a:prstGeom prst="rect">
            <a:avLst/>
          </a:prstGeom>
          <a:solidFill>
            <a:srgbClr val="F1B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EB11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EEFDCE-03DF-9D47-91A2-96A3C7D88B1D}"/>
              </a:ext>
            </a:extLst>
          </p:cNvPr>
          <p:cNvSpPr/>
          <p:nvPr userDrawn="1"/>
        </p:nvSpPr>
        <p:spPr>
          <a:xfrm>
            <a:off x="10948135" y="2016369"/>
            <a:ext cx="783613" cy="2825262"/>
          </a:xfrm>
          <a:prstGeom prst="rect">
            <a:avLst/>
          </a:prstGeom>
          <a:solidFill>
            <a:srgbClr val="F1B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EB11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A14A91-FDF6-2943-B386-776E1C90F29F}"/>
              </a:ext>
            </a:extLst>
          </p:cNvPr>
          <p:cNvSpPr/>
          <p:nvPr userDrawn="1"/>
        </p:nvSpPr>
        <p:spPr>
          <a:xfrm>
            <a:off x="1389326" y="2016369"/>
            <a:ext cx="9400811" cy="2825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3E7E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04CE1-43CF-204D-9093-587FFF6E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863" y="2352807"/>
            <a:ext cx="9388274" cy="2055399"/>
          </a:xfrm>
        </p:spPr>
        <p:txBody>
          <a:bodyPr anchor="ctr" anchorCtr="0">
            <a:normAutofit/>
          </a:bodyPr>
          <a:lstStyle>
            <a:lvl1pPr algn="ctr">
              <a:defRPr sz="4400">
                <a:solidFill>
                  <a:srgbClr val="00164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276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E3D3-71A2-5A4F-8165-057F8919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27000"/>
            <a:ext cx="11277600" cy="916609"/>
          </a:xfrm>
        </p:spPr>
        <p:txBody>
          <a:bodyPr lIns="0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894F-9A26-4745-9C9F-A876D4CAC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3443"/>
            <a:ext cx="11277600" cy="4938088"/>
          </a:xfrm>
        </p:spPr>
        <p:txBody>
          <a:bodyPr/>
          <a:lstStyle>
            <a:lvl2pPr>
              <a:buClr>
                <a:srgbClr val="EEB111"/>
              </a:buClr>
              <a:defRPr/>
            </a:lvl2pPr>
            <a:lvl3pPr>
              <a:buClr>
                <a:srgbClr val="001647"/>
              </a:buClr>
              <a:defRPr/>
            </a:lvl3pPr>
            <a:lvl4pPr>
              <a:buClr>
                <a:srgbClr val="EEB111"/>
              </a:buClr>
              <a:defRPr/>
            </a:lvl4pPr>
            <a:lvl5pPr>
              <a:buClr>
                <a:srgbClr val="001647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356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C1E76A-21C1-8046-95B1-19A747590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75338"/>
            <a:ext cx="11277598" cy="4302370"/>
          </a:xfrm>
          <a:prstGeom prst="roundRect">
            <a:avLst>
              <a:gd name="adj" fmla="val 11069"/>
            </a:avLst>
          </a:prstGeom>
          <a:solidFill>
            <a:srgbClr val="CCC2BD">
              <a:alpha val="30000"/>
            </a:srgbClr>
          </a:solidFill>
        </p:spPr>
        <p:txBody>
          <a:bodyPr lIns="91440" tIns="91440" rIns="91440" bIns="91440"/>
          <a:lstStyle>
            <a:lvl1pPr marL="171450" indent="-171450">
              <a:buClr>
                <a:srgbClr val="15396C"/>
              </a:buClr>
              <a:tabLst/>
              <a:defRPr sz="2000"/>
            </a:lvl1pPr>
            <a:lvl2pPr marL="403225" indent="-173038">
              <a:buClr>
                <a:srgbClr val="F1B01F"/>
              </a:buClr>
              <a:buFont typeface="Arial" charset="0"/>
              <a:buChar char="•"/>
              <a:tabLst/>
              <a:defRPr sz="2000"/>
            </a:lvl2pPr>
            <a:lvl3pPr marL="635000" indent="-176213">
              <a:buClr>
                <a:srgbClr val="15396C"/>
              </a:buClr>
              <a:tabLst/>
              <a:defRPr sz="2000"/>
            </a:lvl3pPr>
            <a:lvl4pPr marL="858838" indent="-171450">
              <a:buClr>
                <a:srgbClr val="F1B01F"/>
              </a:buClr>
              <a:buFont typeface="Arial" charset="0"/>
              <a:buChar char="•"/>
              <a:tabLst/>
              <a:defRPr sz="2000"/>
            </a:lvl4pPr>
            <a:lvl5pPr marL="1090613" indent="-173038">
              <a:buClr>
                <a:srgbClr val="15396C"/>
              </a:buClr>
              <a:buFont typeface="Arial" charset="0"/>
              <a:buChar char="•"/>
              <a:tabLst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7FA3D55-2508-1044-808E-332D169BD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450" y="1515774"/>
            <a:ext cx="11277600" cy="399930"/>
          </a:xfrm>
        </p:spPr>
        <p:txBody>
          <a:bodyPr/>
          <a:lstStyle>
            <a:lvl1pPr marL="0" indent="0" algn="r">
              <a:buNone/>
              <a:defRPr sz="2000" i="1"/>
            </a:lvl1pPr>
            <a:lvl2pPr marL="230187" indent="0" algn="r">
              <a:buNone/>
              <a:defRPr sz="2000" i="1"/>
            </a:lvl2pPr>
            <a:lvl3pPr marL="458787" indent="0" algn="r">
              <a:buNone/>
              <a:defRPr sz="2000" i="1"/>
            </a:lvl3pPr>
            <a:lvl4pPr marL="687388" indent="0" algn="r">
              <a:buNone/>
              <a:defRPr sz="2000" i="1"/>
            </a:lvl4pPr>
            <a:lvl5pPr marL="919163" indent="0" algn="r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8E3D3-71A2-5A4F-8165-057F8919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27000"/>
            <a:ext cx="11277600" cy="916609"/>
          </a:xfrm>
        </p:spPr>
        <p:txBody>
          <a:bodyPr lIns="0" anchor="b" anchorCtr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378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3467E3-CFC5-0E43-9BB1-2425FADC651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3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D8C69-1431-47C3-53E3-2564097F7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D0690-BB37-0217-ABDA-F5485D22C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1D5B7-4532-5895-6815-1E009049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0A52-5F64-48A8-9D98-47B59507706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F65E6-8869-5818-EBFE-73B1E1CA7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6D18A-38AD-ADF8-B9B4-1524AB2F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7D2B9-5CB9-4D84-BD44-9A24D412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7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BA50C1-1106-9441-8A8F-B8F35F17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74625"/>
            <a:ext cx="11277601" cy="868984"/>
          </a:xfrm>
          <a:prstGeom prst="rect">
            <a:avLst/>
          </a:prstGeom>
        </p:spPr>
        <p:txBody>
          <a:bodyPr vert="horz" lIns="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93E2E-96D7-A64C-8153-9475D6B3A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43441"/>
            <a:ext cx="11277600" cy="4873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C0D2D-261A-8C4B-BD78-A6F2C67E3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1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B9E95-7467-304E-9F41-84779381ADD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0A7EA4-4FDB-B140-A016-F68C59ED3BF7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80732"/>
            <a:ext cx="11277600" cy="0"/>
          </a:xfrm>
          <a:prstGeom prst="line">
            <a:avLst/>
          </a:prstGeom>
          <a:ln w="63500" cmpd="sng">
            <a:solidFill>
              <a:srgbClr val="F1B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47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7" r:id="rId2"/>
    <p:sldLayoutId id="2147483666" r:id="rId3"/>
    <p:sldLayoutId id="2147483665" r:id="rId4"/>
    <p:sldLayoutId id="2147483664" r:id="rId5"/>
    <p:sldLayoutId id="2147483650" r:id="rId6"/>
    <p:sldLayoutId id="2147483661" r:id="rId7"/>
    <p:sldLayoutId id="2147483655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1647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1647"/>
        </a:buClr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BA50C1-1106-9441-8A8F-B8F35F17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74625"/>
            <a:ext cx="11277601" cy="868984"/>
          </a:xfrm>
          <a:prstGeom prst="rect">
            <a:avLst/>
          </a:prstGeom>
        </p:spPr>
        <p:txBody>
          <a:bodyPr vert="horz" lIns="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93E2E-96D7-A64C-8153-9475D6B3A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43441"/>
            <a:ext cx="11277600" cy="4873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C0D2D-261A-8C4B-BD78-A6F2C67E3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1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B9E95-7467-304E-9F41-84779381ADD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0A7EA4-4FDB-B140-A016-F68C59ED3BF7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80732"/>
            <a:ext cx="11277600" cy="0"/>
          </a:xfrm>
          <a:prstGeom prst="line">
            <a:avLst/>
          </a:prstGeom>
          <a:ln w="63500" cmpd="sng">
            <a:solidFill>
              <a:srgbClr val="F1B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47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1647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1647"/>
        </a:buClr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rgbClr val="414244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11" Type="http://schemas.microsoft.com/office/2007/relationships/hdphoto" Target="../media/hdphoto2.wdp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svg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ccfp@dot.gov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ack semitruck parked on left, next to orange and black motorcoach parked on right.">
            <a:extLst>
              <a:ext uri="{FF2B5EF4-FFF2-40B4-BE49-F238E27FC236}">
                <a16:creationId xmlns:a16="http://schemas.microsoft.com/office/drawing/2014/main" id="{F84D7DE3-BA96-6643-942E-56C6DE6A7AD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518" y="1934552"/>
            <a:ext cx="6426696" cy="3959887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AF1833D7-B22C-C24E-A9AC-099E6AF4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TPR Audit Prioritization Model</a:t>
            </a:r>
          </a:p>
        </p:txBody>
      </p:sp>
      <p:pic>
        <p:nvPicPr>
          <p:cNvPr id="10" name="Picture 9" descr="Motorcoach operator standing and giving speech to passengers seated in rows.">
            <a:extLst>
              <a:ext uri="{FF2B5EF4-FFF2-40B4-BE49-F238E27FC236}">
                <a16:creationId xmlns:a16="http://schemas.microsoft.com/office/drawing/2014/main" id="{ABE4EC70-DB86-5B46-BAC9-A9C400E6E35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54827" y="3688807"/>
            <a:ext cx="3291693" cy="2205633"/>
          </a:xfrm>
          <a:prstGeom prst="rect">
            <a:avLst/>
          </a:prstGeom>
        </p:spPr>
      </p:pic>
      <p:pic>
        <p:nvPicPr>
          <p:cNvPr id="11" name="Picture 10" descr="Child running toward truck driver father, with parked white semitruck in background.">
            <a:extLst>
              <a:ext uri="{FF2B5EF4-FFF2-40B4-BE49-F238E27FC236}">
                <a16:creationId xmlns:a16="http://schemas.microsoft.com/office/drawing/2014/main" id="{78AE77C5-7E94-3842-B631-AD6DEFA0473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76695" y="1934555"/>
            <a:ext cx="3291693" cy="16065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7B3658-D19C-7942-9F10-BA1E02F405E8}"/>
              </a:ext>
            </a:extLst>
          </p:cNvPr>
          <p:cNvSpPr txBox="1"/>
          <p:nvPr/>
        </p:nvSpPr>
        <p:spPr>
          <a:xfrm>
            <a:off x="503518" y="1098344"/>
            <a:ext cx="795130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March 1, 2024</a:t>
            </a:r>
          </a:p>
        </p:txBody>
      </p:sp>
    </p:spTree>
    <p:extLst>
      <p:ext uri="{BB962C8B-B14F-4D97-AF65-F5344CB8AC3E}">
        <p14:creationId xmlns:p14="http://schemas.microsoft.com/office/powerpoint/2010/main" val="309630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D654-1697-D66B-4CED-A3E63F99C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What Is the Goal of the Model?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EF245D-E41C-08FB-19DB-0A524BF73FC1}"/>
              </a:ext>
            </a:extLst>
          </p:cNvPr>
          <p:cNvGrpSpPr/>
          <p:nvPr/>
        </p:nvGrpSpPr>
        <p:grpSpPr>
          <a:xfrm>
            <a:off x="587827" y="1324100"/>
            <a:ext cx="7489373" cy="3273299"/>
            <a:chOff x="457199" y="1313508"/>
            <a:chExt cx="4585063" cy="41711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5D88214-4494-2834-D62C-B3149C363A1F}"/>
                </a:ext>
              </a:extLst>
            </p:cNvPr>
            <p:cNvSpPr/>
            <p:nvPr/>
          </p:nvSpPr>
          <p:spPr>
            <a:xfrm>
              <a:off x="457199" y="1313508"/>
              <a:ext cx="4585063" cy="41711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C1085F-7BCD-E69D-F094-005A35919EA5}"/>
                </a:ext>
              </a:extLst>
            </p:cNvPr>
            <p:cNvSpPr txBox="1"/>
            <p:nvPr/>
          </p:nvSpPr>
          <p:spPr>
            <a:xfrm>
              <a:off x="617725" y="1540530"/>
              <a:ext cx="4264010" cy="2666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Identify</a:t>
              </a:r>
              <a:r>
                <a:rPr lang="en-US" sz="26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training providers who:</a:t>
              </a:r>
            </a:p>
            <a:p>
              <a:endPara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Most </a:t>
              </a:r>
              <a:r>
                <a:rPr lang="en-US" sz="2600" b="1" i="1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likely </a:t>
              </a:r>
              <a:r>
                <a:rPr lang="en-US" sz="2600" b="1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under-train their drivers</a:t>
              </a:r>
            </a:p>
            <a:p>
              <a:endPara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Most </a:t>
              </a:r>
              <a:r>
                <a:rPr lang="en-US" sz="2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severely </a:t>
              </a:r>
              <a:r>
                <a:rPr lang="en-US" sz="2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under-train their drivers</a:t>
              </a:r>
              <a:endParaRPr lang="en-US" dirty="0"/>
            </a:p>
          </p:txBody>
        </p:sp>
      </p:grp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CEC148B-055B-585A-ADF1-977A76A44373}"/>
              </a:ext>
            </a:extLst>
          </p:cNvPr>
          <p:cNvSpPr txBox="1">
            <a:spLocks/>
          </p:cNvSpPr>
          <p:nvPr/>
        </p:nvSpPr>
        <p:spPr>
          <a:xfrm>
            <a:off x="8991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6B9E95-7467-304E-9F41-84779381ADD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7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48A99-F732-B9EE-B0B4-48B21622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53554-A94A-5D93-F506-06DC19B8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What Is the Goal of the Model?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05523CA-CD1B-3445-186D-7B0B47158DD6}"/>
              </a:ext>
            </a:extLst>
          </p:cNvPr>
          <p:cNvGrpSpPr/>
          <p:nvPr/>
        </p:nvGrpSpPr>
        <p:grpSpPr>
          <a:xfrm>
            <a:off x="587827" y="1324100"/>
            <a:ext cx="7489373" cy="5032250"/>
            <a:chOff x="457199" y="1313508"/>
            <a:chExt cx="4585063" cy="64125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80CDB9-829E-E46F-9276-24EC21BDE957}"/>
                </a:ext>
              </a:extLst>
            </p:cNvPr>
            <p:cNvSpPr/>
            <p:nvPr/>
          </p:nvSpPr>
          <p:spPr>
            <a:xfrm>
              <a:off x="457199" y="1313508"/>
              <a:ext cx="4585063" cy="64125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396F3C-1DA0-77FD-B271-F5293D478D50}"/>
                </a:ext>
              </a:extLst>
            </p:cNvPr>
            <p:cNvSpPr txBox="1"/>
            <p:nvPr/>
          </p:nvSpPr>
          <p:spPr>
            <a:xfrm>
              <a:off x="617725" y="1540530"/>
              <a:ext cx="4264010" cy="4196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Rank the highest risk training providers using 3 variables</a:t>
              </a:r>
              <a:r>
                <a:rPr lang="en-US" sz="26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endPara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Number of drivers they certified </a:t>
              </a:r>
              <a:endPara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Test scores distribution</a:t>
              </a:r>
            </a:p>
            <a:p>
              <a:endPara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 Behind-the-wheel hours per driver</a:t>
              </a:r>
            </a:p>
          </p:txBody>
        </p:sp>
      </p:grp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6D8365B-7BFC-8D04-E0FE-50241412E097}"/>
              </a:ext>
            </a:extLst>
          </p:cNvPr>
          <p:cNvSpPr txBox="1">
            <a:spLocks/>
          </p:cNvSpPr>
          <p:nvPr/>
        </p:nvSpPr>
        <p:spPr>
          <a:xfrm>
            <a:off x="8991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6B9E95-7467-304E-9F41-84779381ADD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4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3F72-1F21-0B3D-309D-FB95AF85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5C46-EBC3-DD9B-C55C-0687E2F6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Training Providers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B00D38E-5519-25B8-B1EF-E717ADCCEDC1}"/>
              </a:ext>
            </a:extLst>
          </p:cNvPr>
          <p:cNvSpPr txBox="1">
            <a:spLocks/>
          </p:cNvSpPr>
          <p:nvPr/>
        </p:nvSpPr>
        <p:spPr>
          <a:xfrm>
            <a:off x="8991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6B9E95-7467-304E-9F41-84779381ADD1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95CDF0A-1C5D-F727-B682-1641E00BE7D3}"/>
              </a:ext>
            </a:extLst>
          </p:cNvPr>
          <p:cNvGrpSpPr/>
          <p:nvPr/>
        </p:nvGrpSpPr>
        <p:grpSpPr>
          <a:xfrm>
            <a:off x="143904" y="1291021"/>
            <a:ext cx="5579563" cy="5346846"/>
            <a:chOff x="105804" y="1061528"/>
            <a:chExt cx="5378565" cy="492017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EEFA8E8-F9D3-D1DA-89E9-E476C1C26B1A}"/>
                </a:ext>
              </a:extLst>
            </p:cNvPr>
            <p:cNvGrpSpPr/>
            <p:nvPr/>
          </p:nvGrpSpPr>
          <p:grpSpPr>
            <a:xfrm>
              <a:off x="548133" y="1455429"/>
              <a:ext cx="4936236" cy="4526272"/>
              <a:chOff x="6680200" y="1467084"/>
              <a:chExt cx="4076304" cy="47752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344D991-F2EF-1C15-9B47-69E82EB835E9}"/>
                  </a:ext>
                </a:extLst>
              </p:cNvPr>
              <p:cNvSpPr/>
              <p:nvPr/>
            </p:nvSpPr>
            <p:spPr>
              <a:xfrm>
                <a:off x="6680200" y="1467084"/>
                <a:ext cx="4076304" cy="4775200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solidFill>
                  <a:schemeClr val="bg2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8787D4-5513-7C28-B6E6-CC785D5D1E8D}"/>
                  </a:ext>
                </a:extLst>
              </p:cNvPr>
              <p:cNvSpPr txBox="1"/>
              <p:nvPr/>
            </p:nvSpPr>
            <p:spPr>
              <a:xfrm>
                <a:off x="6903224" y="1657584"/>
                <a:ext cx="3853280" cy="448188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lvl="1" indent="0" fontAlgn="base">
                  <a:spcBef>
                    <a:spcPts val="1000"/>
                  </a:spcBef>
                  <a:buNone/>
                </a:pPr>
                <a:r>
                  <a:rPr lang="en-US" sz="2400" b="1" dirty="0">
                    <a:solidFill>
                      <a:srgbClr val="41424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Theory</a:t>
                </a:r>
                <a:endParaRPr lang="en-US" sz="2000" b="1" dirty="0">
                  <a:solidFill>
                    <a:srgbClr val="41424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17" name="Graphic 16" descr="Badge 1 with solid fill">
              <a:extLst>
                <a:ext uri="{FF2B5EF4-FFF2-40B4-BE49-F238E27FC236}">
                  <a16:creationId xmlns:a16="http://schemas.microsoft.com/office/drawing/2014/main" id="{AD400FF8-15FE-7DF8-9C27-6EA1C00A2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804" y="1061528"/>
              <a:ext cx="914400" cy="9144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B19569-DAA0-9918-0939-DEBDB759C638}"/>
              </a:ext>
            </a:extLst>
          </p:cNvPr>
          <p:cNvGrpSpPr/>
          <p:nvPr/>
        </p:nvGrpSpPr>
        <p:grpSpPr>
          <a:xfrm>
            <a:off x="5792542" y="1262028"/>
            <a:ext cx="5516529" cy="5375839"/>
            <a:chOff x="105804" y="1061528"/>
            <a:chExt cx="5378565" cy="492017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289F859-6C0F-3E23-9941-3E7D35690039}"/>
                </a:ext>
              </a:extLst>
            </p:cNvPr>
            <p:cNvGrpSpPr/>
            <p:nvPr/>
          </p:nvGrpSpPr>
          <p:grpSpPr>
            <a:xfrm>
              <a:off x="548133" y="1455429"/>
              <a:ext cx="4936236" cy="4526272"/>
              <a:chOff x="6680200" y="1467084"/>
              <a:chExt cx="4076304" cy="47752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2724DF8-B656-13DB-0AAC-3A8DC08FA9A0}"/>
                  </a:ext>
                </a:extLst>
              </p:cNvPr>
              <p:cNvSpPr/>
              <p:nvPr/>
            </p:nvSpPr>
            <p:spPr>
              <a:xfrm>
                <a:off x="6680200" y="1467084"/>
                <a:ext cx="4076304" cy="4775200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solidFill>
                  <a:schemeClr val="bg2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BBBEBE4-9126-3509-B6D6-AD85A0B674B0}"/>
                  </a:ext>
                </a:extLst>
              </p:cNvPr>
              <p:cNvSpPr txBox="1"/>
              <p:nvPr/>
            </p:nvSpPr>
            <p:spPr>
              <a:xfrm>
                <a:off x="6903224" y="1657584"/>
                <a:ext cx="3853280" cy="445771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lvl="1" fontAlgn="base"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2400" b="1" dirty="0">
                    <a:solidFill>
                      <a:srgbClr val="41424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Behind The Wheel</a:t>
                </a:r>
                <a:endParaRPr lang="en-US" sz="2400" dirty="0">
                  <a:solidFill>
                    <a:srgbClr val="41424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9" name="Graphic 8" descr="Badge with solid fill">
              <a:extLst>
                <a:ext uri="{FF2B5EF4-FFF2-40B4-BE49-F238E27FC236}">
                  <a16:creationId xmlns:a16="http://schemas.microsoft.com/office/drawing/2014/main" id="{7C3F4E7F-537E-360D-2E3E-A4A1B8554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5804" y="1061528"/>
              <a:ext cx="914400" cy="9144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3B0C3B4-C221-3013-A45F-1E658182267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583" y="2531428"/>
            <a:ext cx="1148786" cy="13485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9F5EFED-13B1-A471-563B-DF6C3323021D}"/>
              </a:ext>
            </a:extLst>
          </p:cNvPr>
          <p:cNvSpPr/>
          <p:nvPr/>
        </p:nvSpPr>
        <p:spPr>
          <a:xfrm>
            <a:off x="1310068" y="2531428"/>
            <a:ext cx="3549800" cy="134857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2000" b="1" dirty="0">
              <a:latin typeface="Century Gothic" panose="020B0502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EDD186-9BD6-5F68-EC78-D3D589D059F8}"/>
              </a:ext>
            </a:extLst>
          </p:cNvPr>
          <p:cNvGrpSpPr/>
          <p:nvPr/>
        </p:nvGrpSpPr>
        <p:grpSpPr>
          <a:xfrm>
            <a:off x="3411347" y="2704252"/>
            <a:ext cx="1255010" cy="1081549"/>
            <a:chOff x="10227384" y="2006425"/>
            <a:chExt cx="1241817" cy="107018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6123A98-B384-C3A0-71DA-9AD227E5A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821"/>
            <a:stretch/>
          </p:blipFill>
          <p:spPr>
            <a:xfrm>
              <a:off x="10227384" y="2006425"/>
              <a:ext cx="1241817" cy="107018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493EBB5-377D-14F6-DD43-E19F141C81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7" t="25918" r="9624" b="30464"/>
            <a:stretch/>
          </p:blipFill>
          <p:spPr>
            <a:xfrm>
              <a:off x="10391054" y="2145670"/>
              <a:ext cx="742384" cy="3892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</p:pic>
      </p:grpSp>
      <p:pic>
        <p:nvPicPr>
          <p:cNvPr id="19" name="Graphic 18" descr="Clipboard with solid fill">
            <a:extLst>
              <a:ext uri="{FF2B5EF4-FFF2-40B4-BE49-F238E27FC236}">
                <a16:creationId xmlns:a16="http://schemas.microsoft.com/office/drawing/2014/main" id="{19710382-2316-C9C0-2065-85606B913C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59294" y="2572063"/>
            <a:ext cx="1267304" cy="1267304"/>
          </a:xfrm>
          <a:prstGeom prst="rect">
            <a:avLst/>
          </a:prstGeom>
        </p:spPr>
      </p:pic>
      <p:sp>
        <p:nvSpPr>
          <p:cNvPr id="20" name="Plus 34">
            <a:extLst>
              <a:ext uri="{FF2B5EF4-FFF2-40B4-BE49-F238E27FC236}">
                <a16:creationId xmlns:a16="http://schemas.microsoft.com/office/drawing/2014/main" id="{098A37C7-47E0-2AB8-1D89-2161BDA2FA89}"/>
              </a:ext>
            </a:extLst>
          </p:cNvPr>
          <p:cNvSpPr/>
          <p:nvPr/>
        </p:nvSpPr>
        <p:spPr>
          <a:xfrm>
            <a:off x="2827712" y="3014195"/>
            <a:ext cx="390124" cy="461665"/>
          </a:xfrm>
          <a:prstGeom prst="mathPl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7AB1036-E4FC-2572-888D-32F41F924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70206"/>
              </p:ext>
            </p:extLst>
          </p:nvPr>
        </p:nvGraphicFramePr>
        <p:xfrm>
          <a:off x="1310068" y="4099160"/>
          <a:ext cx="3549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900">
                  <a:extLst>
                    <a:ext uri="{9D8B030D-6E8A-4147-A177-3AD203B41FA5}">
                      <a16:colId xmlns:a16="http://schemas.microsoft.com/office/drawing/2014/main" val="2377798371"/>
                    </a:ext>
                  </a:extLst>
                </a:gridCol>
                <a:gridCol w="1774900">
                  <a:extLst>
                    <a:ext uri="{9D8B030D-6E8A-4147-A177-3AD203B41FA5}">
                      <a16:colId xmlns:a16="http://schemas.microsoft.com/office/drawing/2014/main" val="3543326585"/>
                    </a:ext>
                  </a:extLst>
                </a:gridCol>
              </a:tblGrid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32131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548420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2285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826171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587000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89872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772EFE4-ABD3-D4E8-4790-D7EFFF05B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163977"/>
              </p:ext>
            </p:extLst>
          </p:nvPr>
        </p:nvGraphicFramePr>
        <p:xfrm>
          <a:off x="6931934" y="4099160"/>
          <a:ext cx="3549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900">
                  <a:extLst>
                    <a:ext uri="{9D8B030D-6E8A-4147-A177-3AD203B41FA5}">
                      <a16:colId xmlns:a16="http://schemas.microsoft.com/office/drawing/2014/main" val="2377798371"/>
                    </a:ext>
                  </a:extLst>
                </a:gridCol>
                <a:gridCol w="1774900">
                  <a:extLst>
                    <a:ext uri="{9D8B030D-6E8A-4147-A177-3AD203B41FA5}">
                      <a16:colId xmlns:a16="http://schemas.microsoft.com/office/drawing/2014/main" val="3543326585"/>
                    </a:ext>
                  </a:extLst>
                </a:gridCol>
              </a:tblGrid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BTW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32131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548420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2285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826171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Driver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587000"/>
                  </a:ext>
                </a:extLst>
              </a:tr>
              <a:tr h="365044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898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29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FDB6A-7723-1312-3494-D6C56301A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83B2-AB93-70CA-F24B-DD0BC926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#1 Theory Providers Model Output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EEDA7-A865-CB5A-BD76-0EE7D95A5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91600" y="63214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6B9E95-7467-304E-9F41-84779381ADD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A39B066-0F8B-28D9-B99E-3C0337378C6D}"/>
              </a:ext>
            </a:extLst>
          </p:cNvPr>
          <p:cNvSpPr/>
          <p:nvPr/>
        </p:nvSpPr>
        <p:spPr>
          <a:xfrm rot="10800000" flipH="1">
            <a:off x="533402" y="5959638"/>
            <a:ext cx="8526054" cy="789933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7D0A0D4-FABE-70A8-1BF1-23025F6D4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833006"/>
              </p:ext>
            </p:extLst>
          </p:nvPr>
        </p:nvGraphicFramePr>
        <p:xfrm>
          <a:off x="533400" y="1479490"/>
          <a:ext cx="8526055" cy="4179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135">
                  <a:extLst>
                    <a:ext uri="{9D8B030D-6E8A-4147-A177-3AD203B41FA5}">
                      <a16:colId xmlns:a16="http://schemas.microsoft.com/office/drawing/2014/main" val="2377798371"/>
                    </a:ext>
                  </a:extLst>
                </a:gridCol>
                <a:gridCol w="2139894">
                  <a:extLst>
                    <a:ext uri="{9D8B030D-6E8A-4147-A177-3AD203B41FA5}">
                      <a16:colId xmlns:a16="http://schemas.microsoft.com/office/drawing/2014/main" val="878313643"/>
                    </a:ext>
                  </a:extLst>
                </a:gridCol>
                <a:gridCol w="2131513">
                  <a:extLst>
                    <a:ext uri="{9D8B030D-6E8A-4147-A177-3AD203B41FA5}">
                      <a16:colId xmlns:a16="http://schemas.microsoft.com/office/drawing/2014/main" val="3353956160"/>
                    </a:ext>
                  </a:extLst>
                </a:gridCol>
                <a:gridCol w="2131513">
                  <a:extLst>
                    <a:ext uri="{9D8B030D-6E8A-4147-A177-3AD203B41FA5}">
                      <a16:colId xmlns:a16="http://schemas.microsoft.com/office/drawing/2014/main" val="1719959491"/>
                    </a:ext>
                  </a:extLst>
                </a:gridCol>
              </a:tblGrid>
              <a:tr h="51779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Provider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 of Drivers Trained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Number of Distinct Scores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Probability</a:t>
                      </a: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570232131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Provider # 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41247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1.139235347e-13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77216426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Provider # 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1.139235347e-13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17592065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Provider # 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10309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9.219488130e-25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90937481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Provider # 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9424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6.362131987e-38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5487820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30768631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Provider # 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4335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4.610868764e-31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452285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Provider # 12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1.996742110e-200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6882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37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08E2B-8AA6-43C8-236B-03E71E5D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9D7C-544C-E3BF-B1FC-6DD688B50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Theory Providers – Risk Indicators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E44DBD9-8534-DFFA-CFAB-0C275834D871}"/>
              </a:ext>
            </a:extLst>
          </p:cNvPr>
          <p:cNvSpPr txBox="1">
            <a:spLocks/>
          </p:cNvSpPr>
          <p:nvPr/>
        </p:nvSpPr>
        <p:spPr>
          <a:xfrm>
            <a:off x="8991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6B9E95-7467-304E-9F41-84779381ADD1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745E01-C1DF-5FCC-40ED-F2DCF8F1D093}"/>
              </a:ext>
            </a:extLst>
          </p:cNvPr>
          <p:cNvGrpSpPr/>
          <p:nvPr/>
        </p:nvGrpSpPr>
        <p:grpSpPr>
          <a:xfrm>
            <a:off x="143904" y="1291021"/>
            <a:ext cx="5579563" cy="5346846"/>
            <a:chOff x="105804" y="1061528"/>
            <a:chExt cx="5378565" cy="492017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FF6041A-2D9B-B0B7-18AB-CD832C491C3B}"/>
                </a:ext>
              </a:extLst>
            </p:cNvPr>
            <p:cNvGrpSpPr/>
            <p:nvPr/>
          </p:nvGrpSpPr>
          <p:grpSpPr>
            <a:xfrm>
              <a:off x="548133" y="1455429"/>
              <a:ext cx="4936236" cy="4526272"/>
              <a:chOff x="6680200" y="1467084"/>
              <a:chExt cx="4076304" cy="47752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2C5B6C3-07C0-9326-2FA5-DCCFA4D081E3}"/>
                  </a:ext>
                </a:extLst>
              </p:cNvPr>
              <p:cNvSpPr/>
              <p:nvPr/>
            </p:nvSpPr>
            <p:spPr>
              <a:xfrm>
                <a:off x="6680200" y="1467084"/>
                <a:ext cx="4076304" cy="4775200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solidFill>
                  <a:schemeClr val="bg2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1647"/>
                  </a:solidFill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1647"/>
                  </a:solidFill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1647"/>
                  </a:solidFill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1647"/>
                  </a:solidFill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1647"/>
                    </a:solidFill>
                  </a:rPr>
                  <a:t>N = 21 </a:t>
                </a: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1647"/>
                    </a:solidFill>
                  </a:rPr>
                  <a:t>k = Number of drivers trained</a:t>
                </a: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1647"/>
                    </a:solidFill>
                  </a:rPr>
                  <a:t>d = Number of distinct score</a:t>
                </a: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1647"/>
                    </a:solidFill>
                  </a:rPr>
                  <a:t>S = Stirling number of the second kind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A91D77-0918-FFA4-38C6-775AD180F5DB}"/>
                  </a:ext>
                </a:extLst>
              </p:cNvPr>
              <p:cNvSpPr txBox="1"/>
              <p:nvPr/>
            </p:nvSpPr>
            <p:spPr>
              <a:xfrm>
                <a:off x="6903224" y="1657584"/>
                <a:ext cx="3853280" cy="448188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lvl="1" indent="0" fontAlgn="base">
                  <a:spcBef>
                    <a:spcPts val="1000"/>
                  </a:spcBef>
                  <a:buNone/>
                </a:pPr>
                <a:r>
                  <a:rPr lang="en-US" sz="2400" b="1" dirty="0">
                    <a:solidFill>
                      <a:srgbClr val="41424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Probability</a:t>
                </a:r>
                <a:endParaRPr lang="en-US" sz="2000" b="1" dirty="0">
                  <a:solidFill>
                    <a:srgbClr val="41424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17" name="Graphic 16" descr="Badge 1 with solid fill">
              <a:extLst>
                <a:ext uri="{FF2B5EF4-FFF2-40B4-BE49-F238E27FC236}">
                  <a16:creationId xmlns:a16="http://schemas.microsoft.com/office/drawing/2014/main" id="{DD4F7B98-7E19-A3F6-C2DB-A8315ECBD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804" y="1061528"/>
              <a:ext cx="914400" cy="9144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0407C52-903E-B95B-A312-77CA91EAF0DF}"/>
              </a:ext>
            </a:extLst>
          </p:cNvPr>
          <p:cNvGrpSpPr/>
          <p:nvPr/>
        </p:nvGrpSpPr>
        <p:grpSpPr>
          <a:xfrm>
            <a:off x="5792542" y="1262028"/>
            <a:ext cx="5516529" cy="5375839"/>
            <a:chOff x="105804" y="1061528"/>
            <a:chExt cx="5378565" cy="492017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DC76136-D744-3CCF-965B-B6FCE93D2348}"/>
                </a:ext>
              </a:extLst>
            </p:cNvPr>
            <p:cNvGrpSpPr/>
            <p:nvPr/>
          </p:nvGrpSpPr>
          <p:grpSpPr>
            <a:xfrm>
              <a:off x="548133" y="1455429"/>
              <a:ext cx="4936236" cy="4526272"/>
              <a:chOff x="6680200" y="1467084"/>
              <a:chExt cx="4076304" cy="47752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DD985CA-8FC4-CC0C-8406-4F9099B913AD}"/>
                  </a:ext>
                </a:extLst>
              </p:cNvPr>
              <p:cNvSpPr/>
              <p:nvPr/>
            </p:nvSpPr>
            <p:spPr>
              <a:xfrm>
                <a:off x="6680200" y="1467084"/>
                <a:ext cx="4076304" cy="4775200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solidFill>
                  <a:schemeClr val="bg2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001647"/>
                    </a:solidFill>
                  </a:rPr>
                  <a:t>Number of Drivers Trained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24CDAD-FCF4-9DB0-9C4C-8C68EE04B1DC}"/>
                  </a:ext>
                </a:extLst>
              </p:cNvPr>
              <p:cNvSpPr txBox="1"/>
              <p:nvPr/>
            </p:nvSpPr>
            <p:spPr>
              <a:xfrm>
                <a:off x="6903224" y="1657584"/>
                <a:ext cx="3853280" cy="445771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lvl="1" fontAlgn="base"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2400" b="1" dirty="0">
                    <a:solidFill>
                      <a:srgbClr val="41424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Severity</a:t>
                </a:r>
                <a:endParaRPr lang="en-US" sz="2400" dirty="0">
                  <a:solidFill>
                    <a:srgbClr val="41424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9" name="Graphic 8" descr="Badge with solid fill">
              <a:extLst>
                <a:ext uri="{FF2B5EF4-FFF2-40B4-BE49-F238E27FC236}">
                  <a16:creationId xmlns:a16="http://schemas.microsoft.com/office/drawing/2014/main" id="{D3D56FA5-0568-B866-B63F-E98DB90F9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5804" y="1061528"/>
              <a:ext cx="914400" cy="914400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566BAC82-8CAF-0979-2FD9-8A4A35F17A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29" y="2712777"/>
            <a:ext cx="4295785" cy="7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5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392D-5F84-DF8C-7578-A6E011AAF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02D0-BA8E-B4F2-3578-2B84D19D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#2 BTW Providers Model Output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7D47E-7FB4-A61A-2FE5-5F5BDDBE7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91600" y="63214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6B9E95-7467-304E-9F41-84779381ADD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D020C6F-1173-739C-405A-A27F7160AC01}"/>
              </a:ext>
            </a:extLst>
          </p:cNvPr>
          <p:cNvSpPr/>
          <p:nvPr/>
        </p:nvSpPr>
        <p:spPr>
          <a:xfrm rot="10800000" flipH="1">
            <a:off x="533402" y="5959638"/>
            <a:ext cx="8619066" cy="789933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28EA93-C4C4-1E66-B49A-AB2D2285D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754884"/>
              </p:ext>
            </p:extLst>
          </p:nvPr>
        </p:nvGraphicFramePr>
        <p:xfrm>
          <a:off x="533400" y="1479490"/>
          <a:ext cx="8526055" cy="4191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135">
                  <a:extLst>
                    <a:ext uri="{9D8B030D-6E8A-4147-A177-3AD203B41FA5}">
                      <a16:colId xmlns:a16="http://schemas.microsoft.com/office/drawing/2014/main" val="2377798371"/>
                    </a:ext>
                  </a:extLst>
                </a:gridCol>
                <a:gridCol w="2139894">
                  <a:extLst>
                    <a:ext uri="{9D8B030D-6E8A-4147-A177-3AD203B41FA5}">
                      <a16:colId xmlns:a16="http://schemas.microsoft.com/office/drawing/2014/main" val="878313643"/>
                    </a:ext>
                  </a:extLst>
                </a:gridCol>
                <a:gridCol w="2131513">
                  <a:extLst>
                    <a:ext uri="{9D8B030D-6E8A-4147-A177-3AD203B41FA5}">
                      <a16:colId xmlns:a16="http://schemas.microsoft.com/office/drawing/2014/main" val="3353956160"/>
                    </a:ext>
                  </a:extLst>
                </a:gridCol>
                <a:gridCol w="2131513">
                  <a:extLst>
                    <a:ext uri="{9D8B030D-6E8A-4147-A177-3AD203B41FA5}">
                      <a16:colId xmlns:a16="http://schemas.microsoft.com/office/drawing/2014/main" val="3543326585"/>
                    </a:ext>
                  </a:extLst>
                </a:gridCol>
              </a:tblGrid>
              <a:tr h="51779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Provider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 of Drivers Trained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Hours Percentile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Mean BTW Hours</a:t>
                      </a: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570232131"/>
                  </a:ext>
                </a:extLst>
              </a:tr>
              <a:tr h="529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Provider # 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6367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.032756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2.041621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77216426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Provider # 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.009662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1.256833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17592065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Provider # 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.075513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3.785785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90937481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Provider # 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.07522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3.763175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5487820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30768631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Provider # 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.04962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2.995095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452285"/>
                  </a:ext>
                </a:extLst>
              </a:tr>
              <a:tr h="51779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Provider # 12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.179583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6.464527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6882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40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6DF7-C256-2D49-8E3B-B9115719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7983-1C8C-2FCF-7DD4-CCF6E26A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BTW Providers – Risk Indicators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553FAA5-D93D-169B-DE6E-0A908BF4D83D}"/>
              </a:ext>
            </a:extLst>
          </p:cNvPr>
          <p:cNvSpPr txBox="1">
            <a:spLocks/>
          </p:cNvSpPr>
          <p:nvPr/>
        </p:nvSpPr>
        <p:spPr>
          <a:xfrm>
            <a:off x="8991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6B9E95-7467-304E-9F41-84779381ADD1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152294-0BFB-728C-95C6-2CEA7820303F}"/>
              </a:ext>
            </a:extLst>
          </p:cNvPr>
          <p:cNvGrpSpPr/>
          <p:nvPr/>
        </p:nvGrpSpPr>
        <p:grpSpPr>
          <a:xfrm>
            <a:off x="143904" y="1291021"/>
            <a:ext cx="5579563" cy="5346846"/>
            <a:chOff x="105804" y="1061528"/>
            <a:chExt cx="5378565" cy="492017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A261319-A3DC-5DCB-6993-AA798FB2B3EF}"/>
                </a:ext>
              </a:extLst>
            </p:cNvPr>
            <p:cNvGrpSpPr/>
            <p:nvPr/>
          </p:nvGrpSpPr>
          <p:grpSpPr>
            <a:xfrm>
              <a:off x="548133" y="1455429"/>
              <a:ext cx="4936236" cy="4526272"/>
              <a:chOff x="6680200" y="1467084"/>
              <a:chExt cx="4076304" cy="47752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208BFAC-54C6-72C7-4176-B0CE22F746AF}"/>
                  </a:ext>
                </a:extLst>
              </p:cNvPr>
              <p:cNvSpPr/>
              <p:nvPr/>
            </p:nvSpPr>
            <p:spPr>
              <a:xfrm>
                <a:off x="6680200" y="1467084"/>
                <a:ext cx="4076304" cy="4775200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solidFill>
                  <a:schemeClr val="bg2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1647"/>
                  </a:solidFill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rgbClr val="001647"/>
                  </a:solidFill>
                </a:endParaRPr>
              </a:p>
              <a:p>
                <a:pPr algn="ctr">
                  <a:buClr>
                    <a:schemeClr val="accent1"/>
                  </a:buClr>
                </a:pPr>
                <a:r>
                  <a:rPr lang="en-US" sz="3200" dirty="0">
                    <a:solidFill>
                      <a:srgbClr val="001647"/>
                    </a:solidFill>
                  </a:rPr>
                  <a:t>Bottom </a:t>
                </a:r>
                <a:r>
                  <a:rPr lang="en-US" sz="3200">
                    <a:solidFill>
                      <a:srgbClr val="001647"/>
                    </a:solidFill>
                  </a:rPr>
                  <a:t>20</a:t>
                </a:r>
                <a:r>
                  <a:rPr lang="en-US" sz="3200" baseline="30000">
                    <a:solidFill>
                      <a:srgbClr val="001647"/>
                    </a:solidFill>
                  </a:rPr>
                  <a:t>th</a:t>
                </a:r>
                <a:r>
                  <a:rPr lang="en-US" sz="3200">
                    <a:solidFill>
                      <a:srgbClr val="001647"/>
                    </a:solidFill>
                  </a:rPr>
                  <a:t> Percentile of BTW Hours</a:t>
                </a:r>
                <a:endParaRPr lang="en-US" sz="3200" dirty="0">
                  <a:solidFill>
                    <a:srgbClr val="001647"/>
                  </a:solidFill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1647"/>
                  </a:solidFill>
                </a:endParaRPr>
              </a:p>
              <a:p>
                <a:pPr marL="285750" indent="-285750"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1647"/>
                  </a:solidFill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244B1A-F689-3517-2634-66F3A5CEBD53}"/>
                  </a:ext>
                </a:extLst>
              </p:cNvPr>
              <p:cNvSpPr txBox="1"/>
              <p:nvPr/>
            </p:nvSpPr>
            <p:spPr>
              <a:xfrm>
                <a:off x="6903224" y="1657584"/>
                <a:ext cx="3853280" cy="448188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lvl="1" indent="0" fontAlgn="base">
                  <a:spcBef>
                    <a:spcPts val="1000"/>
                  </a:spcBef>
                  <a:buNone/>
                </a:pPr>
                <a:r>
                  <a:rPr lang="en-US" sz="2400" b="1" dirty="0">
                    <a:solidFill>
                      <a:srgbClr val="41424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Probability</a:t>
                </a:r>
                <a:endParaRPr lang="en-US" sz="2000" b="1" dirty="0">
                  <a:solidFill>
                    <a:srgbClr val="41424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17" name="Graphic 16" descr="Badge 1 with solid fill">
              <a:extLst>
                <a:ext uri="{FF2B5EF4-FFF2-40B4-BE49-F238E27FC236}">
                  <a16:creationId xmlns:a16="http://schemas.microsoft.com/office/drawing/2014/main" id="{F15707C1-E0AA-FF94-4710-547988A20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804" y="1061528"/>
              <a:ext cx="914400" cy="9144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6FE513E-618B-EB7E-2CD7-8BD289DD1544}"/>
              </a:ext>
            </a:extLst>
          </p:cNvPr>
          <p:cNvGrpSpPr/>
          <p:nvPr/>
        </p:nvGrpSpPr>
        <p:grpSpPr>
          <a:xfrm>
            <a:off x="5792542" y="1262028"/>
            <a:ext cx="5516529" cy="5375839"/>
            <a:chOff x="105804" y="1061528"/>
            <a:chExt cx="5378565" cy="492017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CF9AC4F-D85B-B90E-8DCF-0CA455F7D7F9}"/>
                </a:ext>
              </a:extLst>
            </p:cNvPr>
            <p:cNvGrpSpPr/>
            <p:nvPr/>
          </p:nvGrpSpPr>
          <p:grpSpPr>
            <a:xfrm>
              <a:off x="548133" y="1455429"/>
              <a:ext cx="4936236" cy="4526272"/>
              <a:chOff x="6680200" y="1467084"/>
              <a:chExt cx="4076304" cy="47752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614F3E1-EECE-1825-AA71-444A8911CC6C}"/>
                  </a:ext>
                </a:extLst>
              </p:cNvPr>
              <p:cNvSpPr/>
              <p:nvPr/>
            </p:nvSpPr>
            <p:spPr>
              <a:xfrm>
                <a:off x="6680200" y="1467084"/>
                <a:ext cx="4076304" cy="4775200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solidFill>
                  <a:schemeClr val="bg2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rgbClr val="001647"/>
                    </a:solidFill>
                  </a:rPr>
                  <a:t>Number of Drivers Trained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AA5E05-A8DB-C15F-BF55-923514CE8AD1}"/>
                  </a:ext>
                </a:extLst>
              </p:cNvPr>
              <p:cNvSpPr txBox="1"/>
              <p:nvPr/>
            </p:nvSpPr>
            <p:spPr>
              <a:xfrm>
                <a:off x="6903224" y="1657584"/>
                <a:ext cx="3853280" cy="445771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lvl="1" fontAlgn="base"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2400" b="1" dirty="0">
                    <a:solidFill>
                      <a:srgbClr val="41424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Severity</a:t>
                </a:r>
                <a:endParaRPr lang="en-US" sz="2400" dirty="0">
                  <a:solidFill>
                    <a:srgbClr val="41424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9" name="Graphic 8" descr="Badge with solid fill">
              <a:extLst>
                <a:ext uri="{FF2B5EF4-FFF2-40B4-BE49-F238E27FC236}">
                  <a16:creationId xmlns:a16="http://schemas.microsoft.com/office/drawing/2014/main" id="{36CE226B-F4CA-FA3F-C8A0-12F8B3F1F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5804" y="106152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11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B51F55-6B12-C71F-A6C0-F6BEFE18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399" y="2040003"/>
            <a:ext cx="4800602" cy="2777993"/>
          </a:xfrm>
        </p:spPr>
        <p:txBody>
          <a:bodyPr/>
          <a:lstStyle/>
          <a:p>
            <a:pPr marL="274320" algn="l"/>
            <a:r>
              <a:rPr lang="en-US" sz="2400" dirty="0"/>
              <a:t>Contact Us: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1" i="0" u="sng" strike="noStrike" dirty="0">
                <a:solidFill>
                  <a:srgbClr val="205E9E"/>
                </a:solidFill>
                <a:effectLst/>
                <a:latin typeface="Arial" panose="020B0604020202020204" pitchFamily="34" charset="0"/>
                <a:hlinkClick r:id="rId3"/>
              </a:rPr>
              <a:t>Philip.</a:t>
            </a:r>
            <a:r>
              <a:rPr lang="en-US" sz="2400" u="sng" dirty="0">
                <a:solidFill>
                  <a:srgbClr val="205E9E"/>
                </a:solidFill>
                <a:hlinkClick r:id="rId3"/>
              </a:rPr>
              <a:t>S</a:t>
            </a:r>
            <a:r>
              <a:rPr lang="en-US" sz="2400" b="1" i="0" u="sng" strike="noStrike" dirty="0">
                <a:solidFill>
                  <a:srgbClr val="205E9E"/>
                </a:solidFill>
                <a:effectLst/>
                <a:latin typeface="Arial" panose="020B0604020202020204" pitchFamily="34" charset="0"/>
                <a:hlinkClick r:id="rId3"/>
              </a:rPr>
              <a:t>itumorang@dot.gov</a:t>
            </a:r>
            <a:r>
              <a:rPr lang="en-US" sz="2400" b="1" i="0" u="none" strike="noStrike" dirty="0">
                <a:solidFill>
                  <a:srgbClr val="001647"/>
                </a:solidFill>
                <a:effectLst/>
                <a:latin typeface="Arial" panose="020B0604020202020204" pitchFamily="34" charset="0"/>
              </a:rPr>
              <a:t> 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64F37D4-8E1E-C48D-E9F8-A468E871188E}"/>
              </a:ext>
            </a:extLst>
          </p:cNvPr>
          <p:cNvSpPr txBox="1">
            <a:spLocks/>
          </p:cNvSpPr>
          <p:nvPr/>
        </p:nvSpPr>
        <p:spPr>
          <a:xfrm>
            <a:off x="1396999" y="1946406"/>
            <a:ext cx="4699001" cy="2871590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001647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2439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1647"/>
      </a:accent1>
      <a:accent2>
        <a:srgbClr val="EEB111"/>
      </a:accent2>
      <a:accent3>
        <a:srgbClr val="D7D2CB"/>
      </a:accent3>
      <a:accent4>
        <a:srgbClr val="7F7F7F"/>
      </a:accent4>
      <a:accent5>
        <a:srgbClr val="0070BD"/>
      </a:accent5>
      <a:accent6>
        <a:srgbClr val="FFFFFF"/>
      </a:accent6>
      <a:hlink>
        <a:srgbClr val="205E9E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MCSA PPT Template_External.potx  -  Read-Only" id="{B1EA52EE-7DB1-46B6-96BF-0490E824A277}" vid="{C8B8E4A2-B900-4FA7-B860-931C87B96499}"/>
    </a:ext>
  </a:extLst>
</a:theme>
</file>

<file path=ppt/theme/theme2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1647"/>
      </a:accent1>
      <a:accent2>
        <a:srgbClr val="EEB111"/>
      </a:accent2>
      <a:accent3>
        <a:srgbClr val="D7D2CB"/>
      </a:accent3>
      <a:accent4>
        <a:srgbClr val="7F7F7F"/>
      </a:accent4>
      <a:accent5>
        <a:srgbClr val="0070BD"/>
      </a:accent5>
      <a:accent6>
        <a:srgbClr val="FFFFFF"/>
      </a:accent6>
      <a:hlink>
        <a:srgbClr val="205E9E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MCSA_CCFP Slides 14FEB2023.potx" id="{2F67E4FD-F604-49B1-8B00-D76B9605FAAA}" vid="{FB4DDF57-A5D2-4B09-A3D1-B71767D3AFE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fc7f91-dee4-4778-8639-4eb5718480c0" xsi:nil="true"/>
    <lcf76f155ced4ddcb4097134ff3c332f xmlns="eb9297bf-6ca5-4c1c-9e91-079648891faf">
      <Terms xmlns="http://schemas.microsoft.com/office/infopath/2007/PartnerControls"/>
    </lcf76f155ced4ddcb4097134ff3c332f>
    <DocumentType xmlns="eb9297bf-6ca5-4c1c-9e91-079648891fa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CBC9F3AE1D364DB8B9FF1445507B90" ma:contentTypeVersion="16" ma:contentTypeDescription="Create a new document." ma:contentTypeScope="" ma:versionID="30f18b56d77caf8f67d0196abec4476a">
  <xsd:schema xmlns:xsd="http://www.w3.org/2001/XMLSchema" xmlns:xs="http://www.w3.org/2001/XMLSchema" xmlns:p="http://schemas.microsoft.com/office/2006/metadata/properties" xmlns:ns2="eb9297bf-6ca5-4c1c-9e91-079648891faf" xmlns:ns3="03fc7f91-dee4-4778-8639-4eb5718480c0" targetNamespace="http://schemas.microsoft.com/office/2006/metadata/properties" ma:root="true" ma:fieldsID="5b95d5d52ac5e5719e4d1f9d6ccdef56" ns2:_="" ns3:_="">
    <xsd:import namespace="eb9297bf-6ca5-4c1c-9e91-079648891faf"/>
    <xsd:import namespace="03fc7f91-dee4-4778-8639-4eb5718480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DocumentTyp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9297bf-6ca5-4c1c-9e91-079648891f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aa446fb-c4e7-47d1-9e02-aae3431be3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DocumentType" ma:index="22" nillable="true" ma:displayName="Document Type" ma:format="Dropdown" ma:internalName="DocumentType">
      <xsd:simpleType>
        <xsd:restriction base="dms:Choice">
          <xsd:enumeration value="Reconstruction - Data Info"/>
          <xsd:enumeration value="Reconstruction - Form"/>
          <xsd:enumeration value="Reconstruction - Report"/>
          <xsd:enumeration value="Reconstruction - SOP"/>
          <xsd:enumeration value="Inspection - Form"/>
          <xsd:enumeration value="CMV Supplemental"/>
          <xsd:enumeration value="PCR"/>
          <xsd:enumeration value="Training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fc7f91-dee4-4778-8639-4eb5718480c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b46f266-eecd-4924-928d-40239c116aee}" ma:internalName="TaxCatchAll" ma:showField="CatchAllData" ma:web="03fc7f91-dee4-4778-8639-4eb5718480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146215-12DD-48C2-A680-996F10A45420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03fc7f91-dee4-4778-8639-4eb5718480c0"/>
    <ds:schemaRef ds:uri="http://schemas.openxmlformats.org/package/2006/metadata/core-properties"/>
    <ds:schemaRef ds:uri="http://purl.org/dc/elements/1.1/"/>
    <ds:schemaRef ds:uri="eb9297bf-6ca5-4c1c-9e91-079648891fa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A3F6D36-3518-4129-BCDB-67CA073A6ABE}">
  <ds:schemaRefs>
    <ds:schemaRef ds:uri="03fc7f91-dee4-4778-8639-4eb5718480c0"/>
    <ds:schemaRef ds:uri="eb9297bf-6ca5-4c1c-9e91-079648891f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21A85BC-78EE-4084-BCD2-2E7CE29C22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FMCSA PPT Template_External</Template>
  <TotalTime>498</TotalTime>
  <Words>324</Words>
  <Application>Microsoft Office PowerPoint</Application>
  <PresentationFormat>Widescreen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Segoe UI</vt:lpstr>
      <vt:lpstr>Office Theme</vt:lpstr>
      <vt:lpstr>1_Office Theme</vt:lpstr>
      <vt:lpstr>The TPR Audit Prioritization Model</vt:lpstr>
      <vt:lpstr>What Is the Goal of the Model?</vt:lpstr>
      <vt:lpstr>What Is the Goal of the Model?</vt:lpstr>
      <vt:lpstr>Two Types of Training Providers</vt:lpstr>
      <vt:lpstr> #1 Theory Providers Model Output</vt:lpstr>
      <vt:lpstr>#1 Theory Providers – Risk Indicators</vt:lpstr>
      <vt:lpstr> #2 BTW Providers Model Output</vt:lpstr>
      <vt:lpstr>#1 BTW Providers – Risk Indicators</vt:lpstr>
      <vt:lpstr>Contact Us: ​ Philip.Situmorang@dot.gov 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Guarino, Jenny (FMCSA)</dc:creator>
  <cp:lastModifiedBy>Situmorang, Philip (Volpe)</cp:lastModifiedBy>
  <cp:revision>19</cp:revision>
  <dcterms:created xsi:type="dcterms:W3CDTF">2023-03-06T19:25:10Z</dcterms:created>
  <dcterms:modified xsi:type="dcterms:W3CDTF">2025-12-22T21:19:55Z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0x0101003BCBC9F3AE1D364DB8B9FF1445507B90</vt:lpwstr>
  </property>
  <property fmtid="{D5CDD505-2E9C-101B-9397-08002B2CF9AE}" pid="3" name="MediaServiceImageTags">
    <vt:lpwstr/>
  </property>
</Properties>
</file>